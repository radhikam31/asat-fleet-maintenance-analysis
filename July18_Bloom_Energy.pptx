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July18_Bloom_Energy/Slide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A539AE4-6501-43BF-B92E-FE93A224AF2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July18_Bloom_Energy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71D0991-C70E-420B-85B8-446F9C2FE85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7/20/2026 12:50:22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" id="2" name="slide2">
            <a:extLst>
              <a:ext uri="{FF2B5EF4-FFF2-40B4-BE49-F238E27FC236}">
                <a16:creationId xmlns:a16="http://schemas.microsoft.com/office/drawing/2014/main" id="{EF09DF73-B3AC-4175-BAD0-CCFCEB4B75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" id="3" name="slide3">
            <a:extLst>
              <a:ext uri="{FF2B5EF4-FFF2-40B4-BE49-F238E27FC236}">
                <a16:creationId xmlns:a16="http://schemas.microsoft.com/office/drawing/2014/main" id="{8AF0483F-8398-4897-B56C-EB95579407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3" id="4" name="slide4">
            <a:extLst>
              <a:ext uri="{FF2B5EF4-FFF2-40B4-BE49-F238E27FC236}">
                <a16:creationId xmlns:a16="http://schemas.microsoft.com/office/drawing/2014/main" id="{0F124383-242B-4303-8679-FBDC7AF325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" id="5" name="slide5">
            <a:extLst>
              <a:ext uri="{FF2B5EF4-FFF2-40B4-BE49-F238E27FC236}">
                <a16:creationId xmlns:a16="http://schemas.microsoft.com/office/drawing/2014/main" id="{675CD339-7FB9-4D1B-B491-237BB7E339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 " id="6" name="slide6">
            <a:extLst>
              <a:ext uri="{FF2B5EF4-FFF2-40B4-BE49-F238E27FC236}">
                <a16:creationId xmlns:a16="http://schemas.microsoft.com/office/drawing/2014/main" id="{D8D9F3C4-A825-45FA-94C3-1A4BE04461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" id="7" name="slide7">
            <a:extLst>
              <a:ext uri="{FF2B5EF4-FFF2-40B4-BE49-F238E27FC236}">
                <a16:creationId xmlns:a16="http://schemas.microsoft.com/office/drawing/2014/main" id="{7E46241E-D1E6-4233-96FF-E6EF803414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" id="8" name="slide8">
            <a:extLst>
              <a:ext uri="{FF2B5EF4-FFF2-40B4-BE49-F238E27FC236}">
                <a16:creationId xmlns:a16="http://schemas.microsoft.com/office/drawing/2014/main" id="{66DCBFED-A8A3-41A4-88B6-3CA89329AD9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509" y="0"/>
            <a:ext cx="9146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2026-07-20T00:50:23Z</dcterms:created>
  <dcterms:modified xsi:type="dcterms:W3CDTF">2026-07-20T00:50:23Z</dcterms:modified>
</cp:coreProperties>
</file>